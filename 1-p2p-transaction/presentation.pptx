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24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ENGINEERING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peer-to-peer transfers with strong consistency, double-entry ledger, and exactly-once settlement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52160"/>
            <a:ext cx="10058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users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DAU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200–1,000 TPS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availability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≤ 3s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real-time P2P money transfer system (Zelle / Venmo style).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by phone or email · USD only · instant perceived settlement · regulated finance domain.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2176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3273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money 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297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 (sync + async)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tunable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5394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Q&amp;A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3035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840480"/>
            <a:ext cx="73152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2976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must never be lost or created.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must be consistent under concurrency.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must not cause double transfers.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must be auditable for 7 years.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· Receive · Balance ·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54480"/>
            <a:ext cx="73152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or email address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54480"/>
            <a:ext cx="73152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only (no FX or multi-currency)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LIMITS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343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transaction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/ day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840480"/>
            <a:ext cx="73152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343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perceived settlement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next-day ACH)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840480"/>
            <a:ext cx="73152" cy="2011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4343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· Investments · Card payments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737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37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1,000 TPS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23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023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7200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 downtime / yr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4023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36676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retention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AuthN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6916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service — JWT verified at API Gateway. Treated as out-of-scope for this design.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51760"/>
            <a:ext cx="73152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inline; ML scoring as external API (sync only for high-risk).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4904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screening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8862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 — sanctions-list matching, not designed in-house.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84632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83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4983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primary target. PCI-DSS out of scope — no card data is handled.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 ·  OUT OF SCOPE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ESTIMATE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Back-of-the-envelope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~12.6B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rows /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TPS × 2 rows × 86,400 × 365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54480"/>
            <a:ext cx="73152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over 7 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retention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TB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~1KB per row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5544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TB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354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footprint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DynamoDB choice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PROFILE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2976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average </a:t>
            </a: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TPS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peak </a:t>
            </a: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TPS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ledger rows per transfer = 400–2,000 rows/s)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— </a:t>
            </a: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writes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balance + history (≈ 2,000–10,000 RPS)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5212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840480"/>
            <a:ext cx="73152" cy="2468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= BIGINT (MINOR UNITS)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floating point.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4800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monetary amounts held as bigint cents to eliminate rounding errors. Currency code retained for future multi-currency, but arithmetic is integer-only.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 for a finance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first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neither lost nor created. Double-spend prevented structurally.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Client-generated keys; retries are safe at every layer.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is append-only; balance is the aggregate, never overwritten.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consistency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(balance, ledger) · Eventual (notifications, history view).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Failure-oriented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937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any component can fail. Multi-AZ everywhere; no SPOFs.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661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hold, async settle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937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reserves funds; money actually moves only at settlement.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DynamoDB for money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12.6B ledger rows / year is too much for PostgreSQL. Money (balance + ledger) lives in DynamoDB; PostgreSQL holds metadata, search, and workflow.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73152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 ·  SOURCE OF TRUTH FOR MONEY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items + double-entry ledger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items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account: available + held + version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entries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account_id, SK seq · GSI on transfer_id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7-year · ~12.6B rows/yr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TransactWriteItems (up to 25 items, all-or-nothing)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194560"/>
            <a:ext cx="73152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METADATA + DISPLAY CACHE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metadata, search, workflow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identifiers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phone/email → user_id resolution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(meta)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note, idempotency_key, settle_after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balance_cache_minor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cache only — refreshed via DynamoDB Streams.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authoritative. Never used for debit decisions.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component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1508760"/>
            <a:ext cx="3108960" cy="45720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508760"/>
            <a:ext cx="3108960" cy="45720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ALB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205740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80360"/>
            <a:ext cx="73152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SERVICE  ·  THE MONEY-MOVEMENT 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 · Idempotency · Limit checks · Balance + Ledger writes · CQRS history reads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owner of balance updates. All money-movement state lives here in one transactional boundary.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880360"/>
            <a:ext cx="7315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phone/email → user_id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593592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593592"/>
            <a:ext cx="7315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685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Rule Engine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ML/AML integrations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306824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306824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398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Email (async)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879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+ ledger (truth)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54406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56616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(PG)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66160" y="5879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cache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54406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5879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· sessions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560" y="54406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3544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MSK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35440" y="5879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· async events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decomposition — by data, not by URL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services along transactional and data-ownership boundaries — not along API surface.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26080"/>
            <a:ext cx="73152" cy="3383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 PAYMENTS 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· same ACID transaction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 + status update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+ double-entry ledger writes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(CQRS reads)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control + limit checks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926080"/>
            <a:ext cx="73152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INDEPENDENT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· failure modes · scaling profile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8862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Engine — owns risk-API integrations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 — identifier → user_id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— push/SMS/email fan-out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here never block the money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split — vs monolith, vs URL-based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611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URL-based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split (chosen)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atomicity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DB txn —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txn / Saga on critical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DB txn inside Payments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crash can hurt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— but at the cost of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concerns isolated, money core kept whole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unit scales together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surface scales independently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scale via CQRS replicas; risk/notify scale on their 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(service mesh, cross-service tracing)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single critical path, few sidekicks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53035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APPROACH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6875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Payments + Fraud + Directory + Notification. Split further only when a real transactional or scaling boundary demands it — never just because a different URL prefix exists.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responsibilities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658368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ALB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verification · rate limiting · routing · TLS termination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core: idempotency, limits, fraud invocation, strong balance + ledger writes, CQRS history reads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phone or email to user_id for recipient identification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86200"/>
            <a:ext cx="7315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Rule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rule checks; sole caller of external ML scoring and AML screening APIs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663440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4754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SMS / Email fan-out — asynchronous, eventually consistent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5440680"/>
            <a:ext cx="73152" cy="6583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(Kafka / SQS)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5532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inter-service communication; transactional outbox delivery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 — encapsulated by Fraud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2926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011680"/>
            <a:ext cx="73152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48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risk-API integration point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651760"/>
            <a:ext cx="18288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82880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182880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Fraud Scoring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2212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only when high-risk · fallback on timeout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2651760"/>
            <a:ext cx="1188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869680" y="2743200"/>
            <a:ext cx="2743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0" y="274320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Screening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31272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Sanctions-list matching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651760"/>
            <a:ext cx="118872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4023360"/>
            <a:ext cx="10972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02336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PAYMENT NETWORK (RTP · FedNow)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gross settlement — externalized as the final network for moving funds.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design scope, but represented as a stable downstream dependency with circuit breaker + timeout + fallback.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394960"/>
            <a:ext cx="73152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ROUTE THROUGH FRAUD SERVICE?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779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SDKs, credentials, fallback policy, and false-positive handling stay out of the money-movement core.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on EKS — multi-AZ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 (Multi-AZ)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node/AZ failure recovery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(CPU + custom TPS) + Cluster Autoscaler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pace with 1,000 TPS peak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/ App Mesh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retries, circuit breaking, observability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Secrets Operator → Secrets Manager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credentials never in code or images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4754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/ canary (Argo Rollouts)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updates — 99.99% target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placement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5532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PodAntiAffinity + topologySpread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single-AZ concentration; remove SPOFs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(Aurora · ElastiCache · MSK) are managed services outside the cluster — smaller blast radius and lower operational burden.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JWT + verification at API Gateway · mTLS inter-service · resource auth via JWT claims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· CloudWatch — TPS, p50/p95/p99 latency, error rate, balance-update failures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9748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AWS X-Ray — propagate traceId across all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6974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→ OpenSearch / S3 · structured JSON · PII masked · audit on tamper-resistant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40480"/>
            <a:ext cx="73152" cy="10058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· PagerDuty — SLO violations, balance inconsistency, fraud spikes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840480"/>
            <a:ext cx="73152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S3 Object Lock (WORM) · 7-year retention · SOC2 tamper-proof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98348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93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AppConfig / ConfigMap — change limits and flags without downtime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983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98348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093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Redis token bucket — per-user and per-IP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SLIs and SLOs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" cy="2468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99.95%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SUCCESS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response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45920"/>
            <a:ext cx="73152" cy="2468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LATENCY P99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transfer completion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73152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minutes downtime / year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4592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645920"/>
            <a:ext cx="73152" cy="2468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8288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23544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CONSISTENCY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3474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daily reconciliation job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43484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VERIFY THESE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8920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reconciliation: replay each account's settled ledger, check chain (prev + amount = next = available)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held equals the sum of in-flight (DEBITED/FRAUD_REVIEW/MORATORIUM) transfers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probes on the critical hold path (DynamoDB conditional UpdateItem)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transfers per AZ to catch partial outages before user impact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ownership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+ held + version per account (optimistic lock)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double-entry, append-only, 7-yr · PK account_id, SK seq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synced from upstream · reference metadata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user_identifiers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index on email/phone → 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· balance_cache_minor (display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· note · settle_after · idempotency_key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transfer_events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tracking (FRAUD / MORATORIUM / SETTLE / NOTIFY)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idempotency_keys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hash + stored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553212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6509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Spendable = available − held.  Every balance mutation conditions on version and bumps it — no lost updates.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Hold-then-settle (no escrow)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4754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POST (SYNC)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on sender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conditional UpdateItem: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+= amount, version += 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available − held ≥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version = Vs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ledger entry, no money moved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54480"/>
            <a:ext cx="73152" cy="4754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SETTLEMENT (ASYNC)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money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2880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TransactWriteItems: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sender: available −= amount, held −=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recipient: available +=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DEBIT and CREDIT ledger entries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idempotency-key not-settled guard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554480"/>
            <a:ext cx="73152" cy="4754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CANCEL / DENY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582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hold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58200" y="2880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UpdateItem: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−= amount, version += 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version = Vs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ledger entry needed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never moved — nothing to claw 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— idempotency required on writes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7772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/v1/transfers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27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execute a transfer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313432"/>
            <a:ext cx="7772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13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22677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/v1/transfers/{transferId}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2677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transfer status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953512"/>
            <a:ext cx="7772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2907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/v1/accounts/me/balance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907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0" y="2907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593592"/>
            <a:ext cx="7772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935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5478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/v1/transfers?cursor=&amp;limit=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547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(cursor paging)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0" y="3547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4233672"/>
            <a:ext cx="7772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336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0200" y="41879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/v1/transfers/{transferId}/cancel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187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during moratorium (before SETTLED)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0" y="4187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4873752"/>
            <a:ext cx="7772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873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0200" y="4828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/v1/transfers/{transferId}/reverse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4828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Post-settlement refund (compensating transaction)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24160" y="4828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5440680"/>
            <a:ext cx="73152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HEADERS ON WRITES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&lt;JWT&gt;     ·     Idempotency-Key: &lt;client-generated UUID&gt;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path — POST /v1/transfers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fast (≤ 3s p99). Reserves funds on the sender — does not move money.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idempotency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transfers row in PostgreSQL · unique constraint on idempotency_key — replay returns stored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8892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transaction · $2,500 / day — cheap to reject 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5760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resolution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email → user_id via User Directory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2628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617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conditional UpdateItem on sender balance: held += amount, condition available − held ≥ amount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39496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532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+ publish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5486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200 OK (status = DEBITED) and publish TransferRequested to Kafka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settlement workflow — durable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after crash. State persisted in transfers.status + transfer_events. AWS Step Functions if it grows complex.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AML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Suspicious-merchant + AML screening · ML scoring only for high-risk · a small fraction enters human approval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2608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Moratorium (cancellable window)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settle_after — gives user a chance to cancel · risk-tiered (~0 for low risk = effectively instant)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(money moves)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9776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TransactWriteItems: sender debit, recipient credit, two ledger entries, idempotency guard — exactly once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846320"/>
            <a:ext cx="73152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9377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SMS / Email to sender and recipient — eventually consistent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DENY or CANCEL → release the hold (held −= amount). No ledger entry. Money never moved.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Upstream-issued JWT verified at API Gateway · short expiry + refresh · mTLS inter-service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73152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sub matches owner of target account · least-privilege IAM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9748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(transit)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on all paths · mTLS within the cluster too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69748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(rest)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· Redis · S3 encrypted with KMS · app-layer encryption considered for PII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4048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· amount bounds and positive-value checks · parameterized SQL via 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84048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/ WAF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and per-IP token bucket · WAF blocks L7 attacks and bots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9834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93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AML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rules (velocity, new recipient, anomalous amount) · ML / AML via Fraud Service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98348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9834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093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 with WORM via S3 Object Lock — who, when, what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for money · PostgreSQL for metadata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items (available, held) + full 7-yr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transfers meta, workflow events, balance display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TransactWriteItems (up to 25 items) — atomic balanced entries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Multi-row ACID for metadata (not money)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Near-unlimited horizontal — partitioned by account_id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Bounded, small relational data; easy to operate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Strongly-consistent conditional writes (hold check, settlement)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is eventually consistent (via DynamoDB Streams) — never authoritative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write throughput + cheap long-term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queries: memo search, joins, workflow state,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539496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DynamoDB means overspend prevention and ordering are expressed as conditional appends rather than SQL SERIALIZABLE — accepted because ledger volume is operationally infeasible in PostgreSQL.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tunable decisions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434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confirmation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sync (immediate)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hold + async settle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= simplest UX but no fraud review · we chose hold + async to allow review and 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Moratorium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(settle immediately)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= more cancellation safety, slower perceived delivery · tune per risk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(balance, ledger)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(cache, notifications)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strong · display + notifications eventual (classic CAP trade-off)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hot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ledger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sub-accounts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Per-account writes serialize on seq · only split for genuine hotspots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(MSK)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/ SNS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= high throughput + reprocessing · SQS = simpler ops · choose by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+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vs detection accuracy · sync ML only for high-risk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region (US)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passive 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RTO/RPO · single region + regional backups initially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1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loop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RTP / FedNow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= instant, low cost · external integration adds latency,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marks the choice taken in this design.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crashes mid-transfer, how do you recover?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moves until settlement — a single atomic DynamoDB TransactWriteItems. A crash before commit leaves no partial debit/credit.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017520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step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places a held reservation · a crash here leaves at most an orphaned hold — harmless, swept by reconciliation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04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904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transfers.status + transfer_events (PostgreSQL) — not in-memory. Mid-workflow crash re-drives from last persisted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57200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817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681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conditioned on the Idempotency-Key not yet settled. Re-execution is a no-op rather than a double-apply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349240"/>
            <a:ext cx="73152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58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orchestration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54589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provides durable execution out of the box if the workflow grows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prevent double transfers on retries?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CLIENT-GENERATED IDEMPOTENCY-KEY · TWO PROTECTIVE LAYERS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is enforced at the money write itself — not only at the metadata layer.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51760"/>
            <a:ext cx="7315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POSTGRESQL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on idempotency_key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create conflicts on the unique index and returns the prior response. The stored request hash also rejects "same key with a different body" as a conflict.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651760"/>
            <a:ext cx="73152" cy="3200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DYNAMODB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item inside TransactWriteItems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item keyed by transfer_id with attribute_not_exists. If the transaction is retried, the conditional write fails (ConditionalCheckFailed) — balance is debited exactly once. Money is protected atomically inside DynamoDB, not only at the metadata layer.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989320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0167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at most one debit per Idempotency-Key, even across multiple network retries and server replays.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ensure consistency under concurrent updates?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ON BALANCE.version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balance write reads version=V, conditions on version=V, and sets version=V+1.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concurrent updates to the same account — only the first commits. The second sees version advanced, fails (ConditionalCheckFailed / TransactionCanceledException), re-reads, and retries. No lost update.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10896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18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settlements crediting same recipient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32186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attempt available += amount. Second TransactWriteItems aborts on stale version, retries against fresh.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14800"/>
            <a:ext cx="73152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24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and credit racing on one account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422452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established by the version chain. Both succeed exactly once, in some order. Ledger captures actual sequence.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30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attempt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523036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hold checks available − held ≥ amount atomically with the conditional write. No TOCTOU window, no overspend.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is never made against the PostgreSQL cache — debits read and condition on DynamoDB.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SPOFs, and how do you eliminate them?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— multi-AZ, regionally replicated by design. No single node to lose.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12848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04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Multi-AZ with automatic failover + read replicas.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71216"/>
            <a:ext cx="73152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62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96265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cluster mode (shards + replicas). PostgreSQL balance cache is non-authoritative — staleness is safe.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9584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21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across multiple brokers / AZs.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87952"/>
            <a:ext cx="73152" cy="5669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79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2793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multi-AZ with PodAntiAffinity + HPA redundancy.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846320"/>
            <a:ext cx="73152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9377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failover via CloudFront / Route 53.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0468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504688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96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55961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+ timeout + fallback — e.g. if ML is down, degrade to rule-based judgment.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Q5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10x volume (~10,000 TPS), where is the bottleneck?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ledger is partitioned by account_id — throughput scales near-linearly. The money store is not the first wall.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06040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157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very hot account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697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writes serialize on the seq chain (correct, but a hotspot). Model as N sub-accounts and route + aggregate across them — only when needed.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55848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65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447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path stays minimal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conditional hold UpdateItem. Fraud, moratorium, settlement, notify all off the critical path.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105656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153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197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capacity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1970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or auto-scaling tracks the write stream. account_id partition key spreads load.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55464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855464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65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946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94690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— small relative to ledger. Read replicas; partition by account_id only if needed. RDS Proxy absorbs connection counts.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E1A35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605272"/>
            <a:ext cx="73152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715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54480" y="5696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workers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56967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Kafka partitions; workflow workers scale as stateless replicas driven by durable state.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Money Transfer  ·  System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design gets right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for money · PostgreSQL for metadata · driven by 12.6B rows/yr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6948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Hold-then-settle, no escrow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hold gives instant UX · async settlement enables fraud review and cancellation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at the money write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— PostgreSQL unique key + DynamoDB conditional guard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42900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on balance.version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concurrent updates to the same account — no lost updates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84632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follow data, not URLs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5349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core stays atomic · risk and notification stay independent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846320"/>
            <a:ext cx="5394960" cy="1234440"/>
          </a:xfrm>
          <a:prstGeom prst="rect">
            <a:avLst/>
          </a:prstGeom>
          <a:solidFill>
            <a:srgbClr val="15244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6948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ledger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69480" y="5349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· 7-yr retention · WORM audit · reconciled daily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6080760"/>
            <a:ext cx="10058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first.  Idempotent everywhere.  No SPOFs.  Reconcile continuously.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3792</Words>
  <Application>Microsoft Macintosh PowerPoint</Application>
  <PresentationFormat>Widescreen</PresentationFormat>
  <Paragraphs>667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P2P Money Transfer — System Architecture</dc:title>
  <dc:subject>PptxGenJS Presentation</dc:subject>
  <dc:creator>Architecture Team</dc:creator>
  <cp:lastModifiedBy>Masayuki Tanaka</cp:lastModifiedBy>
  <cp:revision>2</cp:revision>
  <dcterms:created xsi:type="dcterms:W3CDTF">2026-05-27T08:25:47Z</dcterms:created>
  <dcterms:modified xsi:type="dcterms:W3CDTF">2026-05-27T08:31:17Z</dcterms:modified>
</cp:coreProperties>
</file>